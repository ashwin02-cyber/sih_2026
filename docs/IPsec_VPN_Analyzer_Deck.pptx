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problem statement. One sentence: we analyse an IPsec capture and answer two questions - how well is it secured, and what traffic is inside it - without decrypting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IPsec hides the payload. But defenders still need to know if the VPN is configured safely, and what kind of traffic crosses it. Both must be answered from a passive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capabilities and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Offline: testbed to pcaps to features to a trained model. Online: React talks to FastAPI; the backend combines the IKE parser, scoring, the ML model and the report builder behind one API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parser walks the IKE_SA_INIT exchange by hand from RFC 7296 and validates every header. Values that are not visible stay unknown: excluded from the base score (never counted as weak) but they lower the completeness percentage and therefore the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ESP packets, because that is what an eavesdropper sees. Decrypted duplicates in tunnel-mode captures are removed. Windows are fixed at one second. We removed packet_count, total_bytes and duration.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Cross-validation is grouped by VPN configuration so every test fold contains unseen configurations. The 100 percent says the five scripted traffic types are easy to tell apart. It is not a claim about real user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things a reviewer would otherwise discover. We found them, fixed what we could, and documented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file names, no keys. The ESP length modulo 16 separates CBC (one residue) from GCM (several). The rule abstains on constant-size streams such as ICMP instead of guessing. Say clearly what is not observable: AES-128 vs 256, PFS, authentication method, lifetime unless a rekey is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Calibration can only soften confidence (temperature floored at 1). Open-set test: each traffic class was held out entirely and shown as unknown traffic. The defence table is a simulation: padding and dummy traffic fool a naive attacker, but an attacker who retrains is back to about 100 percent on this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upload a capture, read the gauge, threat matrix, traffic chart and timeline. The yellow badges show which values came from the file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click generates an executive summary or a technical report as HTML or PDF (Jinja2 to HTML to PDF with xhtml2pdf, no system dependencies).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runs locally and in Docker; deployment configs are provided. Deploying needs the team's own Vercel and Render logins, and we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upfront: this is a lab dataset. The next milestone is re-running the fixed testbed.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IPsec VPN Traffic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9D6EA"/>
                </a:solidFill>
              </a:defRPr>
            </a:pPr>
            <a:r>
              <a:t>Rate a VPN's security and see what runs inside it, from one packet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9D6EA"/>
                </a:solidFill>
              </a:defRPr>
            </a:pPr>
            <a:r>
              <a:t>Smart India Hackathon 2026  |  Problem Statement 26160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problem: encrypted does not mean understood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2200">
                <a:solidFill>
                  <a:srgbClr val="1D2433"/>
                </a:solidFill>
              </a:rPr>
              <a:t>Is the VPN configured well?: </a:t>
            </a:r>
            <a:r>
              <a:rPr sz="2200">
                <a:solidFill>
                  <a:srgbClr val="1D2433"/>
                </a:solidFill>
              </a:rPr>
              <a:t>Cipher, key exchange group, forward secrecy, tunnel vs transport mode.</a:t>
            </a:r>
          </a:p>
          <a:p>
            <a:pPr>
              <a:spcAft>
                <a:spcPts val="900"/>
              </a:spcAft>
            </a:pPr>
            <a:r>
              <a:rPr b="1" sz="2200">
                <a:solidFill>
                  <a:srgbClr val="1D2433"/>
                </a:solidFill>
              </a:rPr>
              <a:t>What is inside the tunnel?: </a:t>
            </a:r>
            <a:r>
              <a:rPr sz="2200">
                <a:solidFill>
                  <a:srgbClr val="1D2433"/>
                </a:solidFill>
              </a:rPr>
              <a:t>Web, video, voice, file transfer, ping - without decrypting.</a:t>
            </a:r>
          </a:p>
          <a:p>
            <a:pPr>
              <a:spcAft>
                <a:spcPts val="900"/>
              </a:spcAft>
            </a:pPr>
            <a:r>
              <a:rPr b="1" sz="2200">
                <a:solidFill>
                  <a:srgbClr val="1D2433"/>
                </a:solidFill>
              </a:rPr>
              <a:t>Hard part: </a:t>
            </a:r>
            <a:r>
              <a:rPr sz="2200">
                <a:solidFill>
                  <a:srgbClr val="1D2433"/>
                </a:solidFill>
              </a:rPr>
              <a:t>only the first IKE message (IKE_SA_INIT) is readable; everything after it is encrypted.</a:t>
            </a:r>
          </a:p>
          <a:p>
            <a:pPr>
              <a:spcAft>
                <a:spcPts val="900"/>
              </a:spcAft>
            </a:pPr>
            <a:r>
              <a:rPr b="1" sz="2200">
                <a:solidFill>
                  <a:srgbClr val="1D2433"/>
                </a:solidFill>
              </a:rPr>
              <a:t>Our stance: </a:t>
            </a:r>
            <a:r>
              <a:rPr sz="2200">
                <a:solidFill>
                  <a:srgbClr val="1D2433"/>
                </a:solidFill>
              </a:rPr>
              <a:t>never present a guess as a measurement - every value is tagged observed / declared / unknown.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Security score 0-100: </a:t>
            </a:r>
            <a:r>
              <a:rPr sz="2000">
                <a:solidFill>
                  <a:srgbClr val="1D2433"/>
                </a:solidFill>
              </a:rPr>
              <a:t>LOW / MEDIUM / HIGH, capped by assessment completeness so unknowns never read as 100 / LOW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Passive ESP fingerprint: </a:t>
            </a:r>
            <a:r>
              <a:rPr sz="2000">
                <a:solidFill>
                  <a:srgbClr val="1D2433"/>
                </a:solidFill>
              </a:rPr>
              <a:t>cipher family, integrity-tag candidates, tunnel vs transport, replay and rekey evidence - from sizes and sequence numbers only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Traffic classification: </a:t>
            </a:r>
            <a:r>
              <a:rPr sz="2000">
                <a:solidFill>
                  <a:srgbClr val="1D2433"/>
                </a:solidFill>
              </a:rPr>
              <a:t>Random Forest on 1-second windows, calibrated confidence, 'unrecognised' for unknown traffic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Recommendations: </a:t>
            </a:r>
            <a:r>
              <a:rPr sz="2000">
                <a:solidFill>
                  <a:srgbClr val="1D2433"/>
                </a:solidFill>
              </a:rPr>
              <a:t>prioritised fixes, a generated strongSwan snippet (unverified), before / after score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What-if + replay: </a:t>
            </a:r>
            <a:r>
              <a:rPr sz="2000">
                <a:solidFill>
                  <a:srgbClr val="1D2433"/>
                </a:solidFill>
              </a:rPr>
              <a:t>defence simulator; replay of a capture file (not live sniffing)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Reports: </a:t>
            </a:r>
            <a:r>
              <a:rPr sz="2000">
                <a:solidFill>
                  <a:srgbClr val="1D2433"/>
                </a:solidFill>
              </a:rPr>
              <a:t>executive summary and technical report, HTML and PDF; plain-English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162" y="1234440"/>
            <a:ext cx="9649194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How the security score works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292608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Cipher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AES-GCM, AES-256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AES-CBC-128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3DES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DH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19, 20, 21, 31, 16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14, 15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1, 2, 5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PFS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fresh DH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D2433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4747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1D2433"/>
                </a:solidFill>
              </a:rPr>
              <a:t>Base score = weighted average of the rated factors; risk: &gt;= 80 LOW, &gt;= 50 MEDIUM, else HIGH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2433"/>
                </a:solidFill>
              </a:rPr>
              <a:t>Assessment completeness: every finding is observed / inferred / declared / unknown; the final score is capped at 35 + 65 x completeness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2433"/>
                </a:solidFill>
              </a:rPr>
              <a:t>Real finding: none of our 216 captures contains a readable IKE_SA_INIT, so a real testbed file reads 64 / MEDIUM (44 % complete), not 100 / 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Traffic classification: what we feed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2100">
                <a:solidFill>
                  <a:srgbClr val="1D2433"/>
                </a:solidFill>
              </a:rPr>
              <a:t>12 features per 1-second window: </a:t>
            </a:r>
            <a:r>
              <a:rPr sz="2100">
                <a:solidFill>
                  <a:srgbClr val="1D2433"/>
                </a:solidFill>
              </a:rPr>
              <a:t>packets/s, bytes/s, packet-size stats, inter-arrival stats, direction ratios</a:t>
            </a:r>
          </a:p>
          <a:p>
            <a:pPr>
              <a:spcAft>
                <a:spcPts val="900"/>
              </a:spcAft>
            </a:pPr>
            <a:r>
              <a:rPr b="1" sz="2100">
                <a:solidFill>
                  <a:srgbClr val="1D2433"/>
                </a:solidFill>
              </a:rPr>
              <a:t>ESP only: </a:t>
            </a:r>
            <a:r>
              <a:rPr sz="2100">
                <a:solidFill>
                  <a:srgbClr val="1D2433"/>
                </a:solidFill>
              </a:rPr>
              <a:t>IKE and the decrypted copies present in tunnel-mode files are excluded</a:t>
            </a:r>
          </a:p>
          <a:p>
            <a:pPr>
              <a:spcAft>
                <a:spcPts val="900"/>
              </a:spcAft>
            </a:pPr>
            <a:r>
              <a:rPr b="1" sz="2100">
                <a:solidFill>
                  <a:srgbClr val="1D2433"/>
                </a:solidFill>
              </a:rPr>
              <a:t>Dropped on purpose: </a:t>
            </a:r>
            <a:r>
              <a:rPr sz="2100">
                <a:solidFill>
                  <a:srgbClr val="1D2433"/>
                </a:solidFill>
              </a:rPr>
              <a:t>packet_count, total_bytes, duration: they reflect when tcpdump stopped</a:t>
            </a:r>
          </a:p>
          <a:p>
            <a:pPr>
              <a:spcAft>
                <a:spcPts val="900"/>
              </a:spcAft>
            </a:pPr>
            <a:r>
              <a:rPr b="1" sz="2100">
                <a:solidFill>
                  <a:srgbClr val="1D2433"/>
                </a:solidFill>
              </a:rPr>
              <a:t>Data: </a:t>
            </a:r>
            <a:r>
              <a:rPr sz="2100">
                <a:solidFill>
                  <a:srgbClr val="1D2433"/>
                </a:solidFill>
              </a:rPr>
              <a:t>180 captures, 1,027 windows, 36 VPN configurations</a:t>
            </a:r>
          </a:p>
          <a:p>
            <a:pPr>
              <a:spcAft>
                <a:spcPts val="900"/>
              </a:spcAft>
            </a:pPr>
            <a:r>
              <a:rPr b="1" sz="2100">
                <a:solidFill>
                  <a:srgbClr val="1D2433"/>
                </a:solidFill>
              </a:rPr>
              <a:t>Model: </a:t>
            </a:r>
            <a:r>
              <a:rPr sz="2100">
                <a:solidFill>
                  <a:srgbClr val="1D2433"/>
                </a:solidFill>
              </a:rPr>
              <a:t>Random Forest, class-weighted; SHAP explains each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Honest evaluation: tested on VPN configs it never saw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0292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645920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Random Forest, per 1-second window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Random Forest, per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Majority-class baseline (window)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59.5 %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Shuffled labels (window)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46.3 %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Without rate features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OLD shortcut: packet_count alone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371600"/>
            <a:ext cx="6309360" cy="24448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26A00"/>
                </a:solidFill>
              </a:defRPr>
            </a:pPr>
            <a:r>
              <a:t>Very high because the scripted traffic types differ a lot; lab data, not real-world proof.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 we found in our own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No readable IKE_SA_INIT: </a:t>
            </a:r>
            <a:r>
              <a:rPr sz="2000">
                <a:solidFill>
                  <a:srgbClr val="1D2433"/>
                </a:solidFill>
              </a:rPr>
              <a:t>the 'handshake' captures held only encrypted keep-alives; most likely tcpdump was killed by a container restart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PFS labels meaningless: </a:t>
            </a:r>
            <a:r>
              <a:rPr sz="2000">
                <a:solidFill>
                  <a:srgbClr val="1D2433"/>
                </a:solidFill>
              </a:rPr>
              <a:t>pfs-on and pfs-off configs were byte-identical; template fixed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The 100 % was a shortcut: </a:t>
            </a:r>
            <a:r>
              <a:rPr sz="2000">
                <a:solidFill>
                  <a:srgbClr val="1D2433"/>
                </a:solidFill>
              </a:rPr>
              <a:t>capture length (tcpdump -c N) alone predicts the class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Plaintext leaked into captures: </a:t>
            </a:r>
            <a:r>
              <a:rPr sz="2000">
                <a:solidFill>
                  <a:srgbClr val="1D2433"/>
                </a:solidFill>
              </a:rPr>
              <a:t>tunnel-mode files include decrypted copies; ESP-only now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Fixed testbed not yet re-run: </a:t>
            </a:r>
            <a:r>
              <a:rPr sz="2000">
                <a:solidFill>
                  <a:srgbClr val="1D2433"/>
                </a:solidFill>
              </a:rPr>
              <a:t>Docker was unavailable; command order is tested with a fake Docker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New: passive ESP fingerprinting from sizes only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69494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194560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Passive inference (grouped CV, 180 captures)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Cipher family: answered / correct when answered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144 / 144  (100 %)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Cipher family: abstains (all ICMP, constant size)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36 captures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Tunnel vs transport: accuracy (all)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96.7 %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Tunnel vs transport: when it commits (coverage)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100 %  (89.4 %)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Shuffled-label control (chance 50 %)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433"/>
                          </a:solidFill>
                        </a:defRPr>
                      </a:pPr>
                      <a:r>
                        <a:t>45.4 %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37160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1D2433"/>
                </a:solidFill>
              </a:rPr>
              <a:t>Also: </a:t>
            </a:r>
            <a:r>
              <a:rPr sz="1600">
                <a:solidFill>
                  <a:srgbClr val="1D2433"/>
                </a:solidFill>
              </a:rPr>
              <a:t>SPI / sequence analysis: replay evidence, gaps, duplicates, reordering, rekeys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1D2433"/>
                </a:solidFill>
              </a:rPr>
              <a:t>Not observable: </a:t>
            </a:r>
            <a:r>
              <a:rPr sz="1600">
                <a:solidFill>
                  <a:srgbClr val="1D2433"/>
                </a:solidFill>
              </a:rPr>
              <a:t>AES-128 vs 256, PFS, auth method, SA lifetime without a rekey: reported unknown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1D2433"/>
                </a:solidFill>
              </a:rPr>
              <a:t>Lab data: </a:t>
            </a:r>
            <a:r>
              <a:rPr sz="1600">
                <a:solidFill>
                  <a:srgbClr val="1D2433"/>
                </a:solidFill>
              </a:rPr>
              <a:t>scripted traffic, one strongSwan 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New: honest confidence, and a defence what-if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72237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280160"/>
                <a:gridCol w="155448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Defence (simulated)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Naive attacker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Adaptive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Extra bandwidth</a:t>
                      </a:r>
                    </a:p>
                  </a:txBody>
                  <a:tcPr>
                    <a:solidFill>
                      <a:srgbClr val="2B7BB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Pad packets to size buckets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+10 %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Pad every packet to full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42.8 %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+223 %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Constant-rate dummy traffic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60 %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+72 %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Random delay (timing jitter)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99.4 %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+0 %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60 %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433"/>
                          </a:solidFill>
                        </a:defRPr>
                      </a:pPr>
                      <a:r>
                        <a:t>+119 %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37160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500">
                <a:solidFill>
                  <a:srgbClr val="1D2433"/>
                </a:solidFill>
              </a:rPr>
              <a:t>Unrecognised traffic: </a:t>
            </a:r>
            <a:r>
              <a:rPr sz="1500">
                <a:solidFill>
                  <a:srgbClr val="1D2433"/>
                </a:solidFill>
              </a:rPr>
              <a:t>100 % of held-out-class captures rejected; 94.7 % of known accepted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D2433"/>
                </a:solidFill>
              </a:rPr>
              <a:t>Lab limit: </a:t>
            </a:r>
            <a:r>
              <a:rPr sz="1500">
                <a:solidFill>
                  <a:srgbClr val="1D2433"/>
                </a:solidFill>
              </a:rPr>
              <a:t>five very different classes; real unknowns will be harder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D2433"/>
                </a:solidFill>
              </a:rPr>
              <a:t>Defences: </a:t>
            </a:r>
            <a:r>
              <a:rPr sz="1500">
                <a:solidFill>
                  <a:srgbClr val="1D2433"/>
                </a:solidFill>
              </a:rPr>
              <a:t>no defence stopped an adaptive attacker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dashboard</a:t>
            </a:r>
          </a:p>
        </p:txBody>
      </p:sp>
      <p:pic>
        <p:nvPicPr>
          <p:cNvPr id="4" name="Picture 3" descr="dashboard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513" y="1188720"/>
            <a:ext cx="675249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Real reports, generated on demand</a:t>
            </a:r>
          </a:p>
        </p:txBody>
      </p:sp>
      <p:pic>
        <p:nvPicPr>
          <p:cNvPr id="4" name="Picture 3" descr="report-executive-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43" y="1188720"/>
            <a:ext cx="3879272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900">
                <a:solidFill>
                  <a:srgbClr val="1D2433"/>
                </a:solidFill>
              </a:rPr>
              <a:t>Executive summary: </a:t>
            </a:r>
            <a:r>
              <a:rPr sz="1900">
                <a:solidFill>
                  <a:srgbClr val="1D2433"/>
                </a:solidFill>
              </a:rPr>
              <a:t>risk box, plain-language settings table, rule-based recommendations, what the report cannot tell you</a:t>
            </a:r>
          </a:p>
          <a:p>
            <a:pPr>
              <a:spcAft>
                <a:spcPts val="900"/>
              </a:spcAft>
            </a:pPr>
            <a:r>
              <a:rPr b="1" sz="1900">
                <a:solidFill>
                  <a:srgbClr val="1D2433"/>
                </a:solidFill>
              </a:rPr>
              <a:t>Technical report: </a:t>
            </a:r>
            <a:r>
              <a:rPr sz="1900">
                <a:solidFill>
                  <a:srgbClr val="1D2433"/>
                </a:solidFill>
              </a:rPr>
              <a:t>score arithmetic, IKE parse facts, class probabilities, SHAP, timeline, anomalies, model validation</a:t>
            </a:r>
          </a:p>
          <a:p>
            <a:pPr>
              <a:spcAft>
                <a:spcPts val="900"/>
              </a:spcAft>
            </a:pPr>
            <a:r>
              <a:rPr b="1" sz="1900">
                <a:solidFill>
                  <a:srgbClr val="1D2433"/>
                </a:solidFill>
              </a:rPr>
              <a:t>Windows-safe: </a:t>
            </a:r>
            <a:r>
              <a:rPr sz="1900">
                <a:solidFill>
                  <a:srgbClr val="1D2433"/>
                </a:solidFill>
              </a:rPr>
              <a:t>pure-Python PDF engine: installs with pip, runs on hosting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Quality and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Automated tests: </a:t>
            </a:r>
            <a:r>
              <a:rPr sz="2000">
                <a:solidFill>
                  <a:srgbClr val="1D2433"/>
                </a:solidFill>
              </a:rPr>
              <a:t>243 pytest tests (synthetic IKE / ESP / IPv6 / AH fixtures, scoring, ML, API, replay, reports, testbed) + real-browser end-to-end check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One API contract: </a:t>
            </a:r>
            <a:r>
              <a:rPr sz="2000">
                <a:solidFill>
                  <a:srgbClr val="1D2433"/>
                </a:solidFill>
              </a:rPr>
              <a:t>schema 1.1: score + cap, findings with status, recommendations, fingerprint, sequence, defence simulation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Packaging: </a:t>
            </a:r>
            <a:r>
              <a:rPr sz="2000">
                <a:solidFill>
                  <a:srgbClr val="1D2433"/>
                </a:solidFill>
              </a:rPr>
              <a:t>Dockerfiles, docker-compose, Render / Railway / Vercel / Netlify configs, click-by-click DEPLOY.md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D2433"/>
                </a:solidFill>
              </a:rPr>
              <a:t>Measured: </a:t>
            </a:r>
            <a:r>
              <a:rPr sz="2000">
                <a:solidFill>
                  <a:srgbClr val="1D2433"/>
                </a:solidFill>
              </a:rPr>
              <a:t>~320 MB RAM for the API after an analysis plus a PDF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2100">
                <a:solidFill>
                  <a:srgbClr val="1D2433"/>
                </a:solidFill>
              </a:rPr>
              <a:t>Limits: </a:t>
            </a:r>
            <a:r>
              <a:rPr sz="2100">
                <a:solidFill>
                  <a:srgbClr val="1D2433"/>
                </a:solidFill>
              </a:rPr>
              <a:t>one capture per config and class; scripted traffic; short captures for file transfer, VoIP, video; SIP only for VoIP</a:t>
            </a:r>
          </a:p>
          <a:p>
            <a:pPr>
              <a:spcAft>
                <a:spcPts val="900"/>
              </a:spcAft>
            </a:pPr>
            <a:r>
              <a:rPr b="1" sz="2100">
                <a:solidFill>
                  <a:srgbClr val="1D2433"/>
                </a:solidFill>
              </a:rPr>
              <a:t>Synthetic only: </a:t>
            </a:r>
            <a:r>
              <a:rPr sz="2100">
                <a:solidFill>
                  <a:srgbClr val="1D2433"/>
                </a:solidFill>
              </a:rPr>
              <a:t>IKE_SA_INIT, IPv6, AH and rekey behaviour are tested on hand-built fixtures; strongSwan snippet not run (no Docker)</a:t>
            </a:r>
          </a:p>
          <a:p>
            <a:pPr>
              <a:spcAft>
                <a:spcPts val="900"/>
              </a:spcAft>
            </a:pPr>
            <a:r>
              <a:rPr b="1" sz="2100">
                <a:solidFill>
                  <a:srgbClr val="1D2433"/>
                </a:solidFill>
              </a:rPr>
              <a:t>Replay, not live: </a:t>
            </a:r>
            <a:r>
              <a:rPr sz="2100">
                <a:solidFill>
                  <a:srgbClr val="1D2433"/>
                </a:solidFill>
              </a:rPr>
              <a:t>replay mode streams a capture file; live sniffing is not implemented</a:t>
            </a:r>
          </a:p>
          <a:p>
            <a:pPr>
              <a:spcAft>
                <a:spcPts val="900"/>
              </a:spcAft>
            </a:pPr>
            <a:r>
              <a:rPr b="1" sz="2100">
                <a:solidFill>
                  <a:srgbClr val="1D2433"/>
                </a:solidFill>
              </a:rPr>
              <a:t>Next: </a:t>
            </a:r>
            <a:r>
              <a:rPr sz="2100">
                <a:solidFill>
                  <a:srgbClr val="1D2433"/>
                </a:solidFill>
              </a:rPr>
              <a:t>re-run the fixed testbed (real handshakes, real PFS labels, 30 s captures, repeats)</a:t>
            </a:r>
          </a:p>
          <a:p>
            <a:pPr>
              <a:spcAft>
                <a:spcPts val="900"/>
              </a:spcAft>
            </a:pPr>
            <a:r>
              <a:rPr b="1" sz="2100">
                <a:solidFill>
                  <a:srgbClr val="1D2433"/>
                </a:solidFill>
              </a:rPr>
              <a:t>Next: </a:t>
            </a:r>
            <a:r>
              <a:rPr sz="2100">
                <a:solidFill>
                  <a:srgbClr val="1D2433"/>
                </a:solidFill>
              </a:rPr>
              <a:t>non-scripted traffic, IKEv1, authentication and rate limiting for a public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